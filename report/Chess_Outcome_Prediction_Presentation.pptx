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333"/>
                </a:solidFill>
                <a:latin typeface="Arial"/>
              </a:rPr>
              <a:t>White win rate by rating gap (white minus black)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White win rate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&lt; -300</c:v>
                  </c:pt>
                  <c:pt idx="1">
                    <c:v>-300 to -150</c:v>
                  </c:pt>
                  <c:pt idx="2">
                    <c:v>-150 to -50</c:v>
                  </c:pt>
                  <c:pt idx="3">
                    <c:v>-50 to 50</c:v>
                  </c:pt>
                  <c:pt idx="4">
                    <c:v>50 to 150</c:v>
                  </c:pt>
                  <c:pt idx="5">
                    <c:v>150 to 300</c:v>
                  </c:pt>
                  <c:pt idx="6">
                    <c:v>&gt; 300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17.2</c:v>
                </c:pt>
                <c:pt idx="1">
                  <c:v>28.8</c:v>
                </c:pt>
                <c:pt idx="2">
                  <c:v>39.1</c:v>
                </c:pt>
                <c:pt idx="3">
                  <c:v>48.7</c:v>
                </c:pt>
                <c:pt idx="4">
                  <c:v>60.2</c:v>
                </c:pt>
                <c:pt idx="5">
                  <c:v>70.8</c:v>
                </c:pt>
                <c:pt idx="6">
                  <c:v>82.1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333"/>
                </a:solidFill>
                <a:latin typeface="Arial"/>
              </a:rPr>
              <a:t>Accuracy on 3,823 held-out games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Always white</c:v>
                  </c:pt>
                  <c:pt idx="1">
                    <c:v>Higher rating wins</c:v>
                  </c:pt>
                  <c:pt idx="2">
                    <c:v>Logistic Reg.</c:v>
                  </c:pt>
                  <c:pt idx="3">
                    <c:v>Decision Tree</c:v>
                  </c:pt>
                  <c:pt idx="4">
                    <c:v>Random Forest</c:v>
                  </c:pt>
                  <c:pt idx="5">
                    <c:v>Gradient Boost.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0.499</c:v>
                </c:pt>
                <c:pt idx="1">
                  <c:v>0.622</c:v>
                </c:pt>
                <c:pt idx="2">
                  <c:v>0.624</c:v>
                </c:pt>
                <c:pt idx="3">
                  <c:v>0.62</c:v>
                </c:pt>
                <c:pt idx="4">
                  <c:v>0.623</c:v>
                </c:pt>
                <c:pt idx="5">
                  <c:v>0.628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2333"/>
                </a:solidFill>
                <a:latin typeface="Arial"/>
              </a:rPr>
              <a:t>Permutation importance (rise in log-loss when shuffled)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abs rating diff</c:v>
                  </c:pt>
                  <c:pt idx="1">
                    <c:v>white rating</c:v>
                  </c:pt>
                  <c:pt idx="2">
                    <c:v>opening group</c:v>
                  </c:pt>
                  <c:pt idx="3">
                    <c:v>black rating</c:v>
                  </c:pt>
                  <c:pt idx="4">
                    <c:v>rating diff</c:v>
                  </c:pt>
                  <c:pt idx="5">
                    <c:v>Elo expected score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0.0008</c:v>
                </c:pt>
                <c:pt idx="1">
                  <c:v>0.0022</c:v>
                </c:pt>
                <c:pt idx="2">
                  <c:v>0.0022</c:v>
                </c:pt>
                <c:pt idx="3">
                  <c:v>0.0045</c:v>
                </c:pt>
                <c:pt idx="4">
                  <c:v>0.0145</c:v>
                </c:pt>
                <c:pt idx="5">
                  <c:v>0.0589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5"/>
          <c:min val="0"/>
        </c:scaling>
        <c:delete val="0"/>
        <c:axPos val="b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question: how much of a chess result can be known before anyone plays a move? The project uses real Lichess data and the KDD stages from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leakage rule: the model must work before the first move, so any column recorded after play is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classes: white 9,545 (49.9%), black 8,680 (45.4%), draw 888 (4.6%). No missing values, but 945 repeated game IDs were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Openings and time controls are statistically linked to results (chi-square p&lt;0.05 for all), but the effect sizes are small compared with the rating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expected score = 1 / (1 + 10^(-diff/400)). The test set is untouched until the final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Optimising log-loss rewards good probabilities, not just correct labels. I did not use SMOTE: with no pre-game signal for draws it just creates more false draws.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log-loss: Logistic Regression 0.7627 (tied with Random Forest). Highest accuracy: Gradient Boosting 0.628. The differences are within cross-validation noise, so I treat the models as equivalent.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Per-class F1 for the reference model: white 0.66, black 0.61, draw 0.00. The model never predicts a draw because no pre-game combination makes it the single most likely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the viva question: why not use turns and victory_status? Answer: data leakage. They are recorded after the game ends, so they would not exist at prediction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Code, data, README and report are in the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2344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7840" y="16459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20574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246888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288036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32918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37033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41148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12344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6459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9320" y="20574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46888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88036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32918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37033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41148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2344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6459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0574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46888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88036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2918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7033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1148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2344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16459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20574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46888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88036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32918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7033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41148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2344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16459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20574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246888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288036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32918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37033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41148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12344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16459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20574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35240" y="246888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288036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35240" y="32918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35240" y="37033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35240" y="41148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12344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46720" y="16459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46720" y="20574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0" y="246888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288036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0" y="32918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37033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46720" y="41148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58200" y="123444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58200" y="164592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58200" y="205740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8200" y="246888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58200" y="288036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58200" y="329184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58200" y="3703320"/>
            <a:ext cx="411480" cy="41148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58200" y="4114800"/>
            <a:ext cx="41148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| END-TO-END PROJECT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12344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call a chess result before the first move?</a:t>
            </a:r>
            <a:endParaRPr lang="en-US" sz="34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online chess game outcomes from ratings, time controls and openings, following the KDD process</a:t>
            </a:r>
            <a:endParaRPr lang="en-US" sz="15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Roll No. [____]  |  Division [__]  |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white win, black win or draw using only what is known before the game starts.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allowed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ratings, time control, rated or casual, and the opening played.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4408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205740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9300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banned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108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turns, victory status, the moves, game duration. All known only after the game.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71616" y="18288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2057400"/>
            <a:ext cx="502920" cy="5029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108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matchmaking, realistic upset odds, coaching on opening choice.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Lichess games, Kaggle (datasnaek/chess)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20,058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games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5544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 removed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19,113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after cleaning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55448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draws, the rare class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inputs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and black rating, rated flag, time control, ECO opening code, opening length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4632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(leakage)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turns, victory_status, moves, last_move_at, plus ids and truncated timestamps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gap decides most games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2636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 to 82%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white's win rate swings by 65 points across the rating gap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63640" y="30175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coin flip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between near-equals end 48.7% white wins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feature engineering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945 duplicate IDs, check missing values, inspect rating outliers (kept: real players)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difference, Elo expected score, base time and increment, four time categories (Bullet to Classical)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family A to E and top 30 ECO codes, rest as Other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5544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5603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numbers, one-hot encode categories inside one pipeline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split: 15,290 training games and 3,823 test games with the same class mix.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tuned fairly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baseline. Best C = 0.01 (strong regularisation)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Rule-like. Depth 3, min 20 per leaf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 averaged. Depth 10, min 10 per leaf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trees. Depth 3, learning rate 0.06, 150 rounds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with 5-fold CV on training data only, scored on log-loss. Test set used once.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Evaluation: how good is it?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263640" y="128016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read from this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points over guessing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the one-line rating rule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CV: 61.9% to 62.2%, std about 1 point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about 0.69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differ by less than the noise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118872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2F5F8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0" y="125272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dominate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expected score and rating gap lead by a wide margin.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06440" y="228600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2F5F8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43600" y="23500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Openings and time controls are small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in tests, tiny in predictive gain.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06440" y="3383280"/>
            <a:ext cx="2880360" cy="960120"/>
          </a:xfrm>
          <a:prstGeom prst="roundRect">
            <a:avLst>
              <a:gd name="adj" fmla="val 11429"/>
            </a:avLst>
          </a:prstGeom>
          <a:solidFill>
            <a:srgbClr val="F2F5F8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0" y="34472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Draws are unpredictable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for draws is 0.00: they are 4.6% of games and look like any other balanced pairing.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100%?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2B3857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6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model, pre-game data only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846320" y="12801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2B3857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3716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90.3%</a:t>
            </a:r>
            <a:endParaRPr lang="en-US" sz="6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model, adds turns + victory status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odd number of turns means white moved last. That is information about the finished game, not skill. A model using it cannot predict a game that has not been played, so I report the honest number.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19456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56032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92608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329184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365760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82880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19456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56032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92608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329184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65760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82880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19456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256032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92608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29184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365760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82880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19456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56032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92608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329184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365760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82880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219456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256032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292608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329184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365760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182880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219456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256032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0" y="292608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3291840"/>
            <a:ext cx="365760" cy="365760"/>
          </a:xfrm>
          <a:prstGeom prst="rect">
            <a:avLst/>
          </a:prstGeom>
          <a:solidFill>
            <a:srgbClr val="2B3857"/>
          </a:solidFill>
          <a:ln w="12700">
            <a:solidFill>
              <a:srgbClr val="2B38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3657600"/>
            <a:ext cx="36576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128016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62 to 63% accuracy from pre-game data, 12 points above guessing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gap explains almost everything explainable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 and time control: real but small effects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cannot be predicted before the game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player history, engine-evaluated openings, larger data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89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Online Chess Game Outcomes (KDD)</dc:title>
  <dc:subject>PptxGenJS Presentation</dc:subject>
  <dc:creator>PptxGenJS</dc:creator>
  <cp:lastModifiedBy>PptxGenJS</cp:lastModifiedBy>
  <cp:revision>1</cp:revision>
  <dcterms:created xsi:type="dcterms:W3CDTF">2026-10-01T07:04:08Z</dcterms:created>
  <dcterms:modified xsi:type="dcterms:W3CDTF">2026-10-01T07:04:08Z</dcterms:modified>
</cp:coreProperties>
</file>